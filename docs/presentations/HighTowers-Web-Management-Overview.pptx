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“Today I’ll walk through HighTowers Web—one place to capture tower observations, analyze tower photos, export the customer PDF, and update ForeFlight Content Packs for next season’s crews.”
Goal: throughput + quality +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risk reduction: fewer transcription errors; faster turnaround; better standardization.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high-level—details come next. Call out “new” ForeFlight pack update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Message: “once data is captured, export becomes a button—less rework.”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“structured data” → “repeatable outputs.” Avoid deep technical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cue: show selecting an image, recording map point, aligning sliders, saving.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cue: generate the PDF and show the Additional Notes section near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cue: upload ZIP, point to preview counts (refined vs appended) and example refinements.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“guardrails”: reduce false matches; keep changes explicit and reviewable.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leadership priorities: efficiency, quality, risk, and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demo tight: one tower save + one export + one pack preview.
If Mapbox isn’t configured, call it out briefly and proceed (PDF still generates).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an “ask”: approve pilot; confirm hosting; define success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48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HighTowers Web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2971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reporting + tower analysis + ForeFlight Content Pack updates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30-minute management overview (with live demo)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698480" y="320040"/>
            <a:ext cx="1234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Users/gregorydurfee/Library/Mobile Documents/com~apple~CloudDocs/Swift-SwiftUI/HighTowers-Web/docs/presentations/assets/ca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74904"/>
            <a:ext cx="1124712" cy="1124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we’re solving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re-entry and seasonal rework create avoidable delay and error.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re-entry across tools (photos, notes, coordinates, heights)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waypoint naming and coordinate rounding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effort to refresh ForeFlight crew navigation packs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audit: “what changed” and “why” across missions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HighTowers Web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workflow from mission setup to report export and crew-pack update.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+ flight plan + waypoints (route context)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Force Report Form: up to 6 towers per mission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Tower Data Analysis: photo-assisted height + location capture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Reported Data: standardized customer-ready PDF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ForeFlight Content Pack Update: bulk refine/append user waypoints in a ZIP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mission creation to export, with optional analysis and pack updates.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Select or create mission; associate a flight plan (waypoints)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Capture tower observations (structure, lighting, notes, coordinates)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Optional: Tower Data Analysis from image + map record → estimated height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Export Reported Data PDF (map + photos when configured)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Update ForeFlight Content Pack ZIP for next season’s crews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 (plain English)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records enable consistent exports and pack updates.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Missions: metadata + Additional Notes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Flight plans: ordered waypoints used for naming and context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Tower reports: per observation (date, notes, structure, lighting, height estimate)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Tower locations: lat/long/elevation + image-derived metadata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storage for fast load and resilience (optional API for map/PDF)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Tower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Photo-assisted height workflow that writes back to the mission record.</a:t>
            </a:r>
            <a:endParaRPr lang="en-US" sz="1400" dirty="0"/>
          </a:p>
        </p:txBody>
      </p:sp>
      <p:pic>
        <p:nvPicPr>
          <p:cNvPr id="5" name="Image 0" descr="/Users/gregorydurfee/Library/Mobile Documents/com~apple~CloudDocs/Swift-SwiftUI/HighTowers-Web/docs/presentations/assets/tower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534"/>
            <a:ext cx="12191695" cy="71435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 Reported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One-click PDF generation for the customer / stakeholder.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Air Force Route Survey Report PDF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map included when configured (Mapbox token + hosted API as needed)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Tower photos include CAP-style coordinate overlay; size optimized for sharing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Notes printed on the report (and ready for leadership review)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ForeFlight Content Pack Update (new)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Bulk-refresh crew navigation packs from mission tower reports.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580644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ForeFlight Content Pack ZIP</a:t>
            </a:r>
            <a:endParaRPr lang="en-US" sz="20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updates `navdata/user_waypoints` (CSV) inside the pack</a:t>
            </a:r>
            <a:endParaRPr lang="en-US" sz="20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an updated ZIP; unzip/import into ForeFlight</a:t>
            </a:r>
            <a:endParaRPr lang="en-US" sz="20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outcomes per tower:</a:t>
            </a:r>
            <a:endParaRPr lang="en-US" sz="20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Refine an existing waypoint when within ~30 m (same name)</a:t>
            </a:r>
            <a:endParaRPr lang="en-US" sz="20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Append a new waypoint row otherwise (named from primary route number)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20840" y="1005840"/>
            <a:ext cx="51663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BABAB"/>
            </a:solidFill>
            <a:prstDash val="solid"/>
          </a:ln>
        </p:spPr>
      </p:sp>
      <p:pic>
        <p:nvPicPr>
          <p:cNvPr id="7" name="Image 0" descr="/Users/gregorydurfee/Library/Mobile Documents/com~apple~CloudDocs/Swift-SwiftUI/HighTowers-Web/docs/presentations/assets/foreflight-content-p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097280"/>
            <a:ext cx="4983480" cy="525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635508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Screenshot: Content Pack preview + download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 &amp; safety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 logic reduces risk of unintended navigation changes.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Refinement threshold: ~30 m to prevent accidental mismatches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lat/long using 4 decimals (matches ForeFlight export convention)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Leaves pack elevation cells untouched (no elevation edits in the ZIP)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Blocks new-row appends if mission lacks flight-plan route context for naming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step before download provides transparency and quick QA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to the organization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Speed, consistency, and season-to-season readiness.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turnaround: fewer manual steps and less re-entry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errors: consistent naming, rounding, and formatting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Repeatability and auditability: structured records and deterministic exports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Crew readiness: ForeFlight packs updated from actual reported towers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training burden: guided UI + smoke test checklist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(5 minutes)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workflow end-to-end with one mission.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Pick mission and confirm flight plan/waypoints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Tower Data Analysis: save one tower report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Export Reported Data: generate the PDF</a:t>
            </a:r>
            <a:endParaRPr lang="en-US" sz="2400" dirty="0"/>
          </a:p>
          <a:p>
            <a:pPr marL="279400" indent="-279400">
              <a:spcAft>
                <a:spcPts val="84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ForeFlight Content Pack Update: upload ZIP → preview → download updated ZIP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B8D"/>
          </a:solidFill>
          <a:ln w="12700">
            <a:solidFill>
              <a:srgbClr val="0E2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Pilot, harden, and scale.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1–2 crews; collect workflow feedback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training: quickstart + smoke test checklist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Decide/confirm hosting for PDF map rendering (if required)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Operationalize season refresh: pack updates per mission, then consolidated for crews</a:t>
            </a:r>
            <a:endParaRPr lang="en-US" sz="2200" dirty="0"/>
          </a:p>
          <a:p>
            <a:pPr marL="279400" indent="-279400">
              <a:spcAft>
                <a:spcPts val="77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success metrics: time-to-report, corrections, pack-update time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HighTowers Web — internal leadership briefing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CAP / HighTowers 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HighTowers Web Management Brief</dc:subject>
  <dc:creator>HighTowers Web</dc:creator>
  <cp:lastModifiedBy>HighTowers Web</cp:lastModifiedBy>
  <cp:revision>1</cp:revision>
  <dcterms:created xsi:type="dcterms:W3CDTF">2026-05-06T14:40:26Z</dcterms:created>
  <dcterms:modified xsi:type="dcterms:W3CDTF">2026-05-06T14:40:26Z</dcterms:modified>
</cp:coreProperties>
</file>